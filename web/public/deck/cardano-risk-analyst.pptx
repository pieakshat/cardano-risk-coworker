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258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1F242E"/>
                </a:solidFill>
                <a:latin typeface="Space Grotesk"/>
              </a:defRPr>
            </a:pPr>
            <a:r>
              <a:t>Should my agent pay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4678E8"/>
                </a:solidFill>
                <a:latin typeface="Space Grotesk"/>
              </a:defRPr>
            </a:pPr>
            <a:r>
              <a:t>Cardano counterparty?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3520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1F242E"/>
                </a:solidFill>
                <a:latin typeface="Arial"/>
              </a:defRPr>
            </a:pPr>
            <a:r>
              <a:t>Cardano Risk Analyst is the paid preflight check before value moves.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480060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5A6472"/>
                </a:solidFill>
                <a:latin typeface="Courier New"/>
              </a:defRPr>
            </a:pPr>
            <a:r>
              <a:t>ARROW KEYS TO READ  /  P TO OPEN THE HUMAN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881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The decision comes before the transaction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02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A counterparty is the thing your agent is about to send value into.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429000" cy="201168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Token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Mint policy, holders, registry identity, pool exit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331720"/>
            <a:ext cx="3429000" cy="201168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Script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Protocol identity, TVL, UTxOs, recent transactions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2331720"/>
            <a:ext cx="3429000" cy="201168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x402 seller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PayTo, asset, amount, resource, timeout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42E"/>
                </a:solidFill>
                <a:latin typeface="Arial"/>
              </a:defRPr>
            </a:pPr>
            <a:r>
              <a:t>The output is one action: INTERACT, INTERACT WITH CONDITIONS, or DO NOT INTERACT.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Three evidence checks become one verdict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03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The report keeps facts and judgment separate.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31720"/>
            <a:ext cx="342900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01  Who controls it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Mint policy open?</a:t>
            </a:r>
            <a:br/>
            <a:r>
              <a:t>Admin key?</a:t>
            </a:r>
            <a:br/>
            <a:r>
              <a:t>First seen when?</a:t>
            </a:r>
            <a:br/>
            <a:r>
              <a:t>Known protocol?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331720"/>
            <a:ext cx="342900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02  Is the code safe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Script type and size</a:t>
            </a:r>
            <a:br/>
            <a:r>
              <a:t>Public Aiken source</a:t>
            </a:r>
            <a:br/>
            <a:r>
              <a:t>Exploit test before finding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2331720"/>
            <a:ext cx="342900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03  Can you get in and out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Liquidity for the amount</a:t>
            </a:r>
            <a:br/>
            <a:r>
              <a:t>TVL, UTxOs, recent txs</a:t>
            </a:r>
            <a:br/>
            <a:r>
              <a:t>Settlement Desk when paying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Rules stay deterministic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04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The memo can be narrated. The verdict comes from explicit rules.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86000"/>
            <a:ext cx="5212080" cy="256032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Assessment shape</a:t>
            </a:r>
          </a:p>
          <a:p>
            <a:pPr>
              <a:defRPr sz="1300">
                <a:solidFill>
                  <a:srgbClr val="F8F9FB"/>
                </a:solidFill>
                <a:latin typeface="Courier New"/>
              </a:defRPr>
            </a:pPr>
            <a:r>
              <a:t>decision</a:t>
            </a:r>
            <a:br/>
            <a:r>
              <a:t>blockingReasons[]</a:t>
            </a:r>
            <a:br/>
            <a:r>
              <a:t>conditions[]</a:t>
            </a:r>
            <a:br/>
            <a:r>
              <a:t>evidence[]</a:t>
            </a:r>
            <a:br/>
            <a:r>
              <a:t>subject</a:t>
            </a:r>
            <a:br/>
            <a:r>
              <a:t>checkedAt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286000"/>
            <a:ext cx="5303520" cy="256032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Rule examples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mint policy open  →  blocking</a:t>
            </a:r>
            <a:br/>
            <a:r>
              <a:t>amount above caller cap  →  blocking</a:t>
            </a:r>
            <a:br/>
            <a:r>
              <a:t>new payTo  →  condition</a:t>
            </a:r>
            <a:br/>
            <a:r>
              <a:t>unknown protocol script  →  condition</a:t>
            </a:r>
            <a:br/>
            <a:r>
              <a:t>non-HTTPS resource  →  blocking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A paid agent hires the Risk Desk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05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The same Coworker is available to agents, people, and Sokosumi Tasks.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423160"/>
            <a:ext cx="3383280" cy="192024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x402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Agent receives HTTP 402</a:t>
            </a:r>
            <a:br/>
            <a:r>
              <a:t>Pays for a risk check</a:t>
            </a:r>
            <a:br/>
            <a:r>
              <a:t>Receives the assessment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423160"/>
            <a:ext cx="3383280" cy="192024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Human UI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Enter a token or script</a:t>
            </a:r>
            <a:br/>
            <a:r>
              <a:t>Inspect cited evidence</a:t>
            </a:r>
            <a:br/>
            <a:r>
              <a:t>Choose the next action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2423160"/>
            <a:ext cx="3383280" cy="192024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Sokosumi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Hire Cardano Risk Analyst</a:t>
            </a:r>
            <a:br/>
            <a:r>
              <a:t>Task input is the target</a:t>
            </a:r>
            <a:br/>
            <a:r>
              <a:t>Masumi tracks the 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The x402 flow checks the seller before payment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06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402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Seller asks</a:t>
            </a:r>
            <a:br/>
            <a:br/>
            <a:r>
              <a:t>asset, amount, payTo, resource</a:t>
            </a:r>
          </a:p>
        </p:txBody>
      </p:sp>
      <p:sp>
        <p:nvSpPr>
          <p:cNvPr id="6" name="Rectangle 5"/>
          <p:cNvSpPr/>
          <p:nvPr/>
        </p:nvSpPr>
        <p:spPr>
          <a:xfrm>
            <a:off x="2880360" y="214884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01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Risk check</a:t>
            </a:r>
            <a:br/>
            <a:br/>
            <a:r>
              <a:t>x402 pays the Risk Desk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0" y="214884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02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Evidence</a:t>
            </a:r>
            <a:br/>
            <a:br/>
            <a:r>
              <a:t>counterparty, asset,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7360920" y="214884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03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Decision</a:t>
            </a:r>
            <a:br/>
            <a:br/>
            <a:r>
              <a:t>stop or continue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0" y="2148840"/>
            <a:ext cx="1920240" cy="233172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04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Payment</a:t>
            </a:r>
            <a:br/>
            <a:br/>
            <a:r>
              <a:t>only after the verdict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42E"/>
                </a:solidFill>
                <a:latin typeface="Arial"/>
              </a:defRPr>
            </a:pPr>
            <a:r>
              <a:t>Risk Desk is the economic pause between receiving a payment request and signing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Mainnet evidence: MIN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07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The stored report says DO NOT INTERACT because the native mint policy remains open.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5166360" cy="265176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DO NOT INTERACT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MIN</a:t>
            </a:r>
            <a:br/>
            <a:r>
              <a:t>Native policy</a:t>
            </a:r>
            <a:br/>
            <a:r>
              <a:t>Required signers: 1</a:t>
            </a:r>
            <a:br/>
            <a:r>
              <a:t>Mint policy: open</a:t>
            </a:r>
            <a:br/>
            <a:r>
              <a:t>Finding: mint-open / high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2240280"/>
            <a:ext cx="5349240" cy="265176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Source calls</a:t>
            </a:r>
          </a:p>
          <a:p>
            <a:pPr>
              <a:defRPr sz="1300">
                <a:solidFill>
                  <a:srgbClr val="F8F9FB"/>
                </a:solidFill>
                <a:latin typeface="Courier New"/>
              </a:defRPr>
            </a:pPr>
            <a:r>
              <a:t>asset_info_29d222ce...</a:t>
            </a:r>
            <a:br/>
            <a:r>
              <a:t>registry_29d222ce...</a:t>
            </a:r>
            <a:br/>
            <a:r>
              <a:t>script_info_29d222ce...</a:t>
            </a:r>
            <a:br/>
            <a:br/>
            <a:r>
              <a:t>Report: engine/reports/MIN.json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Mainnet evidence: SNEK and MINt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08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19"/>
            <a:ext cx="5166360" cy="310896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SNEK  /  INTERACT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Native policy is timelocked</a:t>
            </a:r>
            <a:br/>
            <a:r>
              <a:t>Mint policy: closed</a:t>
            </a:r>
            <a:br/>
            <a:r>
              <a:t>999 sampled holders</a:t>
            </a:r>
            <a:br/>
            <a:r>
              <a:t>Top 1: 4.0821102137%</a:t>
            </a:r>
            <a:br/>
            <a:r>
              <a:t>Top 10: 4.3279131478%</a:t>
            </a:r>
            <a:br/>
            <a:r>
              <a:t>Report: engine/reports/SNEK.json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172200" y="1874519"/>
            <a:ext cx="5349240" cy="310896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MINt  /  DO NOT INTERACT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Native policy remains open</a:t>
            </a:r>
            <a:br/>
            <a:r>
              <a:t>1 required signer</a:t>
            </a:r>
            <a:br/>
            <a:r>
              <a:t>Minswap liquidity: 1766.66 ADA</a:t>
            </a:r>
            <a:br/>
            <a:r>
              <a:t>Findings: mint-open, liquidity</a:t>
            </a:r>
            <a:br/>
            <a:r>
              <a:t>Report: engine/reports/MINt.json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The pool report makes exit evidence concrete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09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Minswap V2 is identified as a known Plutus protocol script.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5212080" cy="256032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INTERACT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Script type: plutusV2</a:t>
            </a:r>
            <a:br/>
            <a:r>
              <a:t>Script size: 3965 bytes</a:t>
            </a:r>
            <a:br/>
            <a:r>
              <a:t>TVL: 23409267.450065 ADA</a:t>
            </a:r>
            <a:br/>
            <a:r>
              <a:t>Recent tx count: 1000</a:t>
            </a:r>
            <a:br/>
            <a:r>
              <a:t>Known protocol: Minswap V2 pool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2240280"/>
            <a:ext cx="5303520" cy="2560320"/>
          </a:xfrm>
          <a:prstGeom prst="rect">
            <a:avLst/>
          </a:prstGeom>
          <a:solidFill>
            <a:srgbClr val="222731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F8F9FB"/>
                </a:solidFill>
                <a:latin typeface="Space Grotesk"/>
              </a:defRPr>
            </a:pPr>
            <a:r>
              <a:t>Source calls</a:t>
            </a:r>
          </a:p>
          <a:p>
            <a:pPr>
              <a:defRPr sz="1300">
                <a:solidFill>
                  <a:srgbClr val="F8F9FB"/>
                </a:solidFill>
                <a:latin typeface="Courier New"/>
              </a:defRPr>
            </a:pPr>
            <a:r>
              <a:t>script_info_ea07b733...</a:t>
            </a:r>
            <a:br/>
            <a:r>
              <a:t>address_utxos_addr1z84...</a:t>
            </a:r>
            <a:br/>
            <a:r>
              <a:t>address_txs_addr1z84...</a:t>
            </a:r>
            <a:br/>
            <a:r>
              <a:t>Report: engine/reports/POOL-MINSWAP.json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The agent demo has one safe branch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10 /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0">
                <a:solidFill>
                  <a:srgbClr val="1F242E"/>
                </a:solidFill>
                <a:latin typeface="Arial"/>
              </a:defRPr>
            </a:pPr>
            <a:r>
              <a:t>The execution agent pays a seller only when the assessment is not DO_NOT_INTERACT.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3429000" cy="237744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Seller returns 402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The agent reads the payment requirements and target.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240280"/>
            <a:ext cx="3429000" cy="237744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Risk Desk returns verdict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The decision is an Assessment, not a model confidence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8138160" y="2240280"/>
            <a:ext cx="3429000" cy="237744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Agent branches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INTERACT → pay seller</a:t>
            </a:r>
            <a:br/>
            <a:r>
              <a:t>CONDITIONS → inspect</a:t>
            </a:r>
            <a:br/>
            <a:r>
              <a:t>DO NOT INTERACT → refuse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0749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42E"/>
                </a:solidFill>
                <a:latin typeface="Arial"/>
              </a:defRPr>
            </a:pPr>
            <a:r>
              <a:t>The proof is the branch: evidence changes whether value moves.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1F242E"/>
                </a:solidFill>
                <a:latin typeface="Space Grotesk"/>
              </a:defRPr>
            </a:pPr>
            <a:r>
              <a:t>Why Cardano and Masumi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115568"/>
            <a:ext cx="822960" cy="64008"/>
          </a:xfrm>
          <a:prstGeom prst="rect">
            <a:avLst/>
          </a:prstGeom>
          <a:solidFill>
            <a:srgbClr val="467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744200" y="6355080"/>
            <a:ext cx="777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11 / 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5212080" cy="2926080"/>
          </a:xfrm>
          <a:prstGeom prst="rect">
            <a:avLst/>
          </a:prstGeom>
          <a:solidFill>
            <a:srgbClr val="F8F9FB"/>
          </a:solidFill>
          <a:ln w="15240">
            <a:solidFill>
              <a:srgbClr val="467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4678E8"/>
                </a:solidFill>
                <a:latin typeface="Space Grotesk"/>
              </a:defRPr>
            </a:pPr>
            <a:r>
              <a:t>Cardano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Native assets carry minting policy evidence.</a:t>
            </a:r>
            <a:br/>
            <a:r>
              <a:t>Plutus scripts expose protocol surfaces.</a:t>
            </a:r>
            <a:br/>
            <a:r>
              <a:t>Koios and protocol APIs give the report its sources.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0" y="1828800"/>
            <a:ext cx="5303520" cy="2926080"/>
          </a:xfrm>
          <a:prstGeom prst="rect">
            <a:avLst/>
          </a:prstGeom>
          <a:solidFill>
            <a:srgbClr val="F8F9FB"/>
          </a:solidFill>
          <a:ln w="15240">
            <a:solidFill>
              <a:srgbClr val="C9D1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 b="1">
                <a:solidFill>
                  <a:srgbClr val="1F242E"/>
                </a:solidFill>
                <a:latin typeface="Space Grotesk"/>
              </a:defRPr>
            </a:pPr>
            <a:r>
              <a:t>Masumi</a:t>
            </a:r>
          </a:p>
          <a:p>
            <a:pPr>
              <a:defRPr sz="1300">
                <a:solidFill>
                  <a:srgbClr val="1F242E"/>
                </a:solidFill>
                <a:latin typeface="Arial"/>
              </a:defRPr>
            </a:pPr>
            <a:r>
              <a:t>Sokosumi makes the Coworker discoverable.</a:t>
            </a:r>
            <a:br/>
            <a:r>
              <a:t>Tasks make the read accountable.</a:t>
            </a:r>
            <a:br/>
            <a:r>
              <a:t>Escrow turns the evidence into paid work.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578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1F242E"/>
                </a:solidFill>
                <a:latin typeface="Arial"/>
              </a:defRPr>
            </a:pPr>
            <a:r>
              <a:t>Agents do not need to understand Cardano before they spend. They can hire a Coworker that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8686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472"/>
                </a:solidFill>
                <a:latin typeface="Courier New"/>
              </a:defRPr>
            </a:pPr>
            <a:r>
              <a:t>Cardano Risk Analyst  /  x402  /  Sokosumi  /  Masumi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