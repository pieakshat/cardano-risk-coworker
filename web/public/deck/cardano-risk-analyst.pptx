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F242E"/>
                </a:solidFill>
                <a:latin typeface="Space Grotesk"/>
              </a:defRPr>
            </a:pPr>
            <a:r>
              <a:t>An approval step before your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4678E8"/>
                </a:solidFill>
                <a:latin typeface="Space Grotesk"/>
              </a:defRPr>
            </a:pPr>
            <a:r>
              <a:t>pays anyone on Cardano.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520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F242E"/>
                </a:solidFill>
                <a:latin typeface="Arial"/>
              </a:defRPr>
            </a:pPr>
            <a:r>
              <a:t>Cardano Risk Analyst is the paid preflight check before value moves.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48006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A6472"/>
                </a:solidFill>
                <a:latin typeface="Courier New"/>
              </a:defRPr>
            </a:pPr>
            <a:r>
              <a:t>ARROW KEYS TO READ  /  P TO OPEN THE HUMAN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42E"/>
                </a:solidFill>
                <a:latin typeface="Space Grotesk"/>
              </a:defRPr>
            </a:pPr>
            <a:r>
              <a:t>The decision comes before the transaction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822960" cy="64008"/>
          </a:xfrm>
          <a:prstGeom prst="rect">
            <a:avLst/>
          </a:prstGeom>
          <a:solidFill>
            <a:srgbClr val="46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5508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02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F242E"/>
                </a:solidFill>
                <a:latin typeface="Arial"/>
              </a:defRPr>
            </a:pPr>
            <a:r>
              <a:t>A counterparty is the thing your agent is about to send value into.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429000" cy="201168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Token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Mint policy, holders, registry identity, pool exit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331720"/>
            <a:ext cx="3429000" cy="201168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Script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Protocol identity, TVL, UTxOs, recent transactions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331720"/>
            <a:ext cx="3429000" cy="2011680"/>
          </a:xfrm>
          <a:prstGeom prst="rect">
            <a:avLst/>
          </a:prstGeom>
          <a:solidFill>
            <a:srgbClr val="F8F9FB"/>
          </a:solidFill>
          <a:ln w="15240">
            <a:solidFill>
              <a:srgbClr val="46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678E8"/>
                </a:solidFill>
                <a:latin typeface="Space Grotesk"/>
              </a:defRPr>
            </a:pPr>
            <a:r>
              <a:t>x402 seller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PayTo, asset, amount, resource, timeout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42E"/>
                </a:solidFill>
                <a:latin typeface="Arial"/>
              </a:defRPr>
            </a:pPr>
            <a:r>
              <a:t>The output is one action: INTERACT, INTERACT WITH CONDITIONS, or DO NOT INTERACT.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Cardano Risk Analyst  /  x402  /  Sokosumi  /  Masumi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42E"/>
                </a:solidFill>
                <a:latin typeface="Space Grotesk"/>
              </a:defRPr>
            </a:pPr>
            <a:r>
              <a:t>Three evidence checks become one verdict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822960" cy="64008"/>
          </a:xfrm>
          <a:prstGeom prst="rect">
            <a:avLst/>
          </a:prstGeom>
          <a:solidFill>
            <a:srgbClr val="46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5508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03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F242E"/>
                </a:solidFill>
                <a:latin typeface="Arial"/>
              </a:defRPr>
            </a:pPr>
            <a:r>
              <a:t>The report keeps facts and judgment separate.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429000" cy="233172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01  Who controls it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Mint policy open?</a:t>
            </a:r>
            <a:br/>
            <a:r>
              <a:t>Admin key?</a:t>
            </a:r>
            <a:br/>
            <a:r>
              <a:t>First seen when?</a:t>
            </a:r>
            <a:br/>
            <a:r>
              <a:t>Known protocol?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331720"/>
            <a:ext cx="3429000" cy="233172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02  Is the code safe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Script type and size</a:t>
            </a:r>
            <a:br/>
            <a:r>
              <a:t>Public Aiken source</a:t>
            </a:r>
            <a:br/>
            <a:r>
              <a:t>Exploit test before 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331720"/>
            <a:ext cx="3429000" cy="2331720"/>
          </a:xfrm>
          <a:prstGeom prst="rect">
            <a:avLst/>
          </a:prstGeom>
          <a:solidFill>
            <a:srgbClr val="F8F9FB"/>
          </a:solidFill>
          <a:ln w="15240">
            <a:solidFill>
              <a:srgbClr val="46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678E8"/>
                </a:solidFill>
                <a:latin typeface="Space Grotesk"/>
              </a:defRPr>
            </a:pPr>
            <a:r>
              <a:t>03  Can you get in and out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Liquidity for the amount</a:t>
            </a:r>
            <a:br/>
            <a:r>
              <a:t>TVL, UTxOs, recent txs</a:t>
            </a:r>
            <a:br/>
            <a:r>
              <a:t>Settlement Desk when paying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Cardano Risk Analyst  /  x402  /  Sokosumi  /  Masumi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42E"/>
                </a:solidFill>
                <a:latin typeface="Space Grotesk"/>
              </a:defRPr>
            </a:pPr>
            <a:r>
              <a:t>Rules stay deterministic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822960" cy="64008"/>
          </a:xfrm>
          <a:prstGeom prst="rect">
            <a:avLst/>
          </a:prstGeom>
          <a:solidFill>
            <a:srgbClr val="46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5508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04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F242E"/>
                </a:solidFill>
                <a:latin typeface="Arial"/>
              </a:defRPr>
            </a:pPr>
            <a:r>
              <a:t>The memo can be narrated. The verdict comes from explicit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212080" cy="2560320"/>
          </a:xfrm>
          <a:prstGeom prst="rect">
            <a:avLst/>
          </a:prstGeom>
          <a:solidFill>
            <a:srgbClr val="222731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9FB"/>
                </a:solidFill>
                <a:latin typeface="Space Grotesk"/>
              </a:defRPr>
            </a:pPr>
            <a:r>
              <a:t>Assessment shape</a:t>
            </a:r>
          </a:p>
          <a:p>
            <a:pPr>
              <a:defRPr sz="1300">
                <a:solidFill>
                  <a:srgbClr val="F8F9FB"/>
                </a:solidFill>
                <a:latin typeface="Courier New"/>
              </a:defRPr>
            </a:pPr>
            <a:r>
              <a:t>decision</a:t>
            </a:r>
            <a:br/>
            <a:r>
              <a:t>blockingReasons[]</a:t>
            </a:r>
            <a:br/>
            <a:r>
              <a:t>conditions[]</a:t>
            </a:r>
            <a:br/>
            <a:r>
              <a:t>evidence[]</a:t>
            </a:r>
            <a:br/>
            <a:r>
              <a:t>subject</a:t>
            </a:r>
            <a:br/>
            <a:r>
              <a:t>checkedAt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286000"/>
            <a:ext cx="5303520" cy="2560320"/>
          </a:xfrm>
          <a:prstGeom prst="rect">
            <a:avLst/>
          </a:prstGeom>
          <a:solidFill>
            <a:srgbClr val="F8F9FB"/>
          </a:solidFill>
          <a:ln w="15240">
            <a:solidFill>
              <a:srgbClr val="46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678E8"/>
                </a:solidFill>
                <a:latin typeface="Space Grotesk"/>
              </a:defRPr>
            </a:pPr>
            <a:r>
              <a:t>Rule examples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mint policy open  →  blocking</a:t>
            </a:r>
            <a:br/>
            <a:r>
              <a:t>amount above caller cap  →  blocking</a:t>
            </a:r>
            <a:br/>
            <a:r>
              <a:t>new payTo  →  condition</a:t>
            </a:r>
            <a:br/>
            <a:r>
              <a:t>unknown protocol script  →  condition</a:t>
            </a:r>
            <a:br/>
            <a:r>
              <a:t>non-HTTPS resource  →  blocking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Cardano Risk Analyst  /  x402  /  Sokosumi  /  Masumi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42E"/>
                </a:solidFill>
                <a:latin typeface="Space Grotesk"/>
              </a:defRPr>
            </a:pPr>
            <a:r>
              <a:t>A paid agent hires the Risk Desk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822960" cy="64008"/>
          </a:xfrm>
          <a:prstGeom prst="rect">
            <a:avLst/>
          </a:prstGeom>
          <a:solidFill>
            <a:srgbClr val="46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5508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05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F242E"/>
                </a:solidFill>
                <a:latin typeface="Arial"/>
              </a:defRPr>
            </a:pPr>
            <a:r>
              <a:t>The same Coworker is available to agents, people, and Sokosumi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3383280" cy="1920240"/>
          </a:xfrm>
          <a:prstGeom prst="rect">
            <a:avLst/>
          </a:prstGeom>
          <a:solidFill>
            <a:srgbClr val="F8F9FB"/>
          </a:solidFill>
          <a:ln w="15240">
            <a:solidFill>
              <a:srgbClr val="46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678E8"/>
                </a:solidFill>
                <a:latin typeface="Space Grotesk"/>
              </a:defRPr>
            </a:pPr>
            <a:r>
              <a:t>x402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Agent receives HTTP 402</a:t>
            </a:r>
            <a:br/>
            <a:r>
              <a:t>Pays for a risk check</a:t>
            </a:r>
            <a:br/>
            <a:r>
              <a:t>Receives the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423160"/>
            <a:ext cx="3383280" cy="192024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Human UI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Enter a token or script</a:t>
            </a:r>
            <a:br/>
            <a:r>
              <a:t>Inspect cited evidence</a:t>
            </a:r>
            <a:br/>
            <a:r>
              <a:t>Choose the next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423160"/>
            <a:ext cx="3383280" cy="192024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Sokosumi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Hire Cardano Risk Analyst</a:t>
            </a:r>
            <a:br/>
            <a:r>
              <a:t>Task input is the target</a:t>
            </a:r>
            <a:br/>
            <a:r>
              <a:t>Masumi tracks the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Cardano Risk Analyst  /  x402  /  Sokosumi  /  Masumi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42E"/>
                </a:solidFill>
                <a:latin typeface="Space Grotesk"/>
              </a:defRPr>
            </a:pPr>
            <a:r>
              <a:t>The x402 flow checks the seller before payment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822960" cy="64008"/>
          </a:xfrm>
          <a:prstGeom prst="rect">
            <a:avLst/>
          </a:prstGeom>
          <a:solidFill>
            <a:srgbClr val="46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5508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06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1920240" cy="233172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402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Seller asks</a:t>
            </a:r>
            <a:br/>
            <a:br/>
            <a:r>
              <a:t>asset, amount, payTo, resource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2148840"/>
            <a:ext cx="1920240" cy="233172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01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Risk check</a:t>
            </a:r>
            <a:br/>
            <a:br/>
            <a:r>
              <a:t>x402 pays the Risk Desk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2148840"/>
            <a:ext cx="1920240" cy="2331720"/>
          </a:xfrm>
          <a:prstGeom prst="rect">
            <a:avLst/>
          </a:prstGeom>
          <a:solidFill>
            <a:srgbClr val="F8F9FB"/>
          </a:solidFill>
          <a:ln w="15240">
            <a:solidFill>
              <a:srgbClr val="46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678E8"/>
                </a:solidFill>
                <a:latin typeface="Space Grotesk"/>
              </a:defRPr>
            </a:pPr>
            <a:r>
              <a:t>02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Evidence</a:t>
            </a:r>
            <a:br/>
            <a:br/>
            <a:r>
              <a:t>counterparty, asset,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2148840"/>
            <a:ext cx="1920240" cy="233172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03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Decision</a:t>
            </a:r>
            <a:br/>
            <a:br/>
            <a:r>
              <a:t>stop or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2148840"/>
            <a:ext cx="1920240" cy="233172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04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Payment</a:t>
            </a:r>
            <a:br/>
            <a:br/>
            <a:r>
              <a:t>only after the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42E"/>
                </a:solidFill>
                <a:latin typeface="Arial"/>
              </a:defRPr>
            </a:pPr>
            <a:r>
              <a:t>Risk Desk is the economic pause between receiving a payment request and signing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Cardano Risk Analyst  /  x402  /  Sokosumi  /  Masumi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42E"/>
                </a:solidFill>
                <a:latin typeface="Space Grotesk"/>
              </a:defRPr>
            </a:pPr>
            <a:r>
              <a:t>Mainnet evidence: MIN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822960" cy="64008"/>
          </a:xfrm>
          <a:prstGeom prst="rect">
            <a:avLst/>
          </a:prstGeom>
          <a:solidFill>
            <a:srgbClr val="46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5508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07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F242E"/>
                </a:solidFill>
                <a:latin typeface="Arial"/>
              </a:defRPr>
            </a:pPr>
            <a:r>
              <a:t>The stored report says DO NOT INTERACT because the native mint policy remains open.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5166360" cy="2651760"/>
          </a:xfrm>
          <a:prstGeom prst="rect">
            <a:avLst/>
          </a:prstGeom>
          <a:solidFill>
            <a:srgbClr val="F8F9FB"/>
          </a:solidFill>
          <a:ln w="15240">
            <a:solidFill>
              <a:srgbClr val="46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678E8"/>
                </a:solidFill>
                <a:latin typeface="Space Grotesk"/>
              </a:defRPr>
            </a:pPr>
            <a:r>
              <a:t>DO NOT INTERACT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MIN</a:t>
            </a:r>
            <a:br/>
            <a:r>
              <a:t>Native policy</a:t>
            </a:r>
            <a:br/>
            <a:r>
              <a:t>Required signers: 1</a:t>
            </a:r>
            <a:br/>
            <a:r>
              <a:t>Mint policy: open</a:t>
            </a:r>
            <a:br/>
            <a:r>
              <a:t>Finding: mint-open / high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2240280"/>
            <a:ext cx="5349240" cy="2651760"/>
          </a:xfrm>
          <a:prstGeom prst="rect">
            <a:avLst/>
          </a:prstGeom>
          <a:solidFill>
            <a:srgbClr val="222731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9FB"/>
                </a:solidFill>
                <a:latin typeface="Space Grotesk"/>
              </a:defRPr>
            </a:pPr>
            <a:r>
              <a:t>Source calls</a:t>
            </a:r>
          </a:p>
          <a:p>
            <a:pPr>
              <a:defRPr sz="1300">
                <a:solidFill>
                  <a:srgbClr val="F8F9FB"/>
                </a:solidFill>
                <a:latin typeface="Courier New"/>
              </a:defRPr>
            </a:pPr>
            <a:r>
              <a:t>asset_info_29d222ce...</a:t>
            </a:r>
            <a:br/>
            <a:r>
              <a:t>registry_29d222ce...</a:t>
            </a:r>
            <a:br/>
            <a:r>
              <a:t>script_info_29d222ce...</a:t>
            </a:r>
            <a:br/>
            <a:br/>
            <a:r>
              <a:t>Report: engine/reports/MIN.json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Cardano Risk Analyst  /  x402  /  Sokosumi  /  Masumi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42E"/>
                </a:solidFill>
                <a:latin typeface="Space Grotesk"/>
              </a:defRPr>
            </a:pPr>
            <a:r>
              <a:t>Mainnet evidence: SNEK and MINt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822960" cy="64008"/>
          </a:xfrm>
          <a:prstGeom prst="rect">
            <a:avLst/>
          </a:prstGeom>
          <a:solidFill>
            <a:srgbClr val="46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5508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08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5166360" cy="3108960"/>
          </a:xfrm>
          <a:prstGeom prst="rect">
            <a:avLst/>
          </a:prstGeom>
          <a:solidFill>
            <a:srgbClr val="F8F9FB"/>
          </a:solidFill>
          <a:ln w="15240">
            <a:solidFill>
              <a:srgbClr val="46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678E8"/>
                </a:solidFill>
                <a:latin typeface="Space Grotesk"/>
              </a:defRPr>
            </a:pPr>
            <a:r>
              <a:t>SNEK  /  INTERACT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Native policy is timelocked</a:t>
            </a:r>
            <a:br/>
            <a:r>
              <a:t>Mint policy: closed</a:t>
            </a:r>
            <a:br/>
            <a:r>
              <a:t>999 sampled holders</a:t>
            </a:r>
            <a:br/>
            <a:r>
              <a:t>Top 1: 4.0821102137%</a:t>
            </a:r>
            <a:br/>
            <a:r>
              <a:t>Top 10: 4.3279131478%</a:t>
            </a:r>
            <a:br/>
            <a:r>
              <a:t>Report: engine/reports/SNEK.json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74519"/>
            <a:ext cx="5349240" cy="310896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MINt  /  DO NOT INTERACT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Native policy remains open</a:t>
            </a:r>
            <a:br/>
            <a:r>
              <a:t>1 required signer</a:t>
            </a:r>
            <a:br/>
            <a:r>
              <a:t>Minswap liquidity: 1766.66 ADA</a:t>
            </a:r>
            <a:br/>
            <a:r>
              <a:t>Findings: mint-open, liquidity</a:t>
            </a:r>
            <a:br/>
            <a:r>
              <a:t>Report: engine/reports/MINt.json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Cardano Risk Analyst  /  x402  /  Sokosumi  /  Masumi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42E"/>
                </a:solidFill>
                <a:latin typeface="Space Grotesk"/>
              </a:defRPr>
            </a:pPr>
            <a:r>
              <a:t>The pool report makes exit evidence concrete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822960" cy="64008"/>
          </a:xfrm>
          <a:prstGeom prst="rect">
            <a:avLst/>
          </a:prstGeom>
          <a:solidFill>
            <a:srgbClr val="46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5508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09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0">
                <a:solidFill>
                  <a:srgbClr val="1F242E"/>
                </a:solidFill>
                <a:latin typeface="Arial"/>
              </a:defRPr>
            </a:pPr>
            <a:r>
              <a:t>Minswap V2 is identified as a known Plutus protocol script.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5212080" cy="2560320"/>
          </a:xfrm>
          <a:prstGeom prst="rect">
            <a:avLst/>
          </a:prstGeom>
          <a:solidFill>
            <a:srgbClr val="F8F9FB"/>
          </a:solidFill>
          <a:ln w="15240">
            <a:solidFill>
              <a:srgbClr val="46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678E8"/>
                </a:solidFill>
                <a:latin typeface="Space Grotesk"/>
              </a:defRPr>
            </a:pPr>
            <a:r>
              <a:t>INTERACT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Script type: plutusV2</a:t>
            </a:r>
            <a:br/>
            <a:r>
              <a:t>Script size: 3965 bytes</a:t>
            </a:r>
            <a:br/>
            <a:r>
              <a:t>TVL: 23409267.450065 ADA</a:t>
            </a:r>
            <a:br/>
            <a:r>
              <a:t>Recent tx count: 1000</a:t>
            </a:r>
            <a:br/>
            <a:r>
              <a:t>Known protocol: Minswap V2 pool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240280"/>
            <a:ext cx="5303520" cy="2560320"/>
          </a:xfrm>
          <a:prstGeom prst="rect">
            <a:avLst/>
          </a:prstGeom>
          <a:solidFill>
            <a:srgbClr val="222731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9FB"/>
                </a:solidFill>
                <a:latin typeface="Space Grotesk"/>
              </a:defRPr>
            </a:pPr>
            <a:r>
              <a:t>Source calls</a:t>
            </a:r>
          </a:p>
          <a:p>
            <a:pPr>
              <a:defRPr sz="1300">
                <a:solidFill>
                  <a:srgbClr val="F8F9FB"/>
                </a:solidFill>
                <a:latin typeface="Courier New"/>
              </a:defRPr>
            </a:pPr>
            <a:r>
              <a:t>script_info_ea07b733...</a:t>
            </a:r>
            <a:br/>
            <a:r>
              <a:t>address_utxos_addr1z84...</a:t>
            </a:r>
            <a:br/>
            <a:r>
              <a:t>address_txs_addr1z84...</a:t>
            </a:r>
            <a:br/>
            <a:r>
              <a:t>Report: engine/reports/POOL-MINSWAP.json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Cardano Risk Analyst  /  x402  /  Sokosumi  /  Masumi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42E"/>
                </a:solidFill>
                <a:latin typeface="Space Grotesk"/>
              </a:defRPr>
            </a:pPr>
            <a:r>
              <a:t>One agent paid one seller and refused the other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822960" cy="64008"/>
          </a:xfrm>
          <a:prstGeom prst="rect">
            <a:avLst/>
          </a:prstGeom>
          <a:solidFill>
            <a:srgbClr val="46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5508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F242E"/>
                </a:solidFill>
                <a:latin typeface="Arial"/>
              </a:defRPr>
            </a:pPr>
            <a:r>
              <a:t>Before paying either seller, the agent paid the Risk Desk 1 ADA over x402 and acted on the verdict.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3429000" cy="2651760"/>
          </a:xfrm>
          <a:prstGeom prst="rect">
            <a:avLst/>
          </a:prstGeom>
          <a:solidFill>
            <a:srgbClr val="F8F9FB"/>
          </a:solidFill>
          <a:ln w="15240">
            <a:solidFill>
              <a:srgbClr val="46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678E8"/>
                </a:solidFill>
                <a:latin typeface="Space Grotesk"/>
              </a:defRPr>
            </a:pPr>
            <a:r>
              <a:t>Seller A  /  INTERACT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Asks 2 ADA</a:t>
            </a:r>
            <a:br/>
            <a:r>
              <a:t>Wallet: 27 txs since 5 Oct</a:t>
            </a:r>
            <a:br/>
            <a:r>
              <a:t>Risk check fc053ce1...</a:t>
            </a:r>
            <a:br/>
            <a:r>
              <a:t>Paid 3866ed31...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240280"/>
            <a:ext cx="3429000" cy="265176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Seller B  /  DO NOT INTERACT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Asks 5 units of an open-mint token</a:t>
            </a:r>
            <a:br/>
            <a:r>
              <a:t>Address: 1 tx, first seen that day</a:t>
            </a:r>
            <a:br/>
            <a:r>
              <a:t>Risk check fad4fce2...</a:t>
            </a:r>
            <a:br/>
            <a:r>
              <a:t>Not paid: asset-mint-open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2240280"/>
            <a:ext cx="3429000" cy="2651760"/>
          </a:xfrm>
          <a:prstGeom prst="rect">
            <a:avLst/>
          </a:prstGeom>
          <a:solidFill>
            <a:srgbClr val="222731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9FB"/>
                </a:solidFill>
                <a:latin typeface="Space Grotesk"/>
              </a:defRPr>
            </a:pPr>
            <a:r>
              <a:t>Production endpoint</a:t>
            </a:r>
          </a:p>
          <a:p>
            <a:pPr>
              <a:defRPr sz="1300">
                <a:solidFill>
                  <a:srgbClr val="F8F9FB"/>
                </a:solidFill>
                <a:latin typeface="Courier New"/>
              </a:defRPr>
            </a:pPr>
            <a:r>
              <a:t>Live Vercel x402 call</a:t>
            </a:r>
            <a:br/>
            <a:r>
              <a:t>Payment 66d28ffb...</a:t>
            </a:r>
            <a:br/>
            <a:r>
              <a:t>Verdict INTERACT, HTTP 200</a:t>
            </a:r>
            <a:br/>
            <a:r>
              <a:t>Same payment replayed: 409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578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42E"/>
                </a:solidFill>
                <a:latin typeface="Arial"/>
              </a:defRPr>
            </a:pPr>
            <a:r>
              <a:t>The proof is the branch: evidence decides whether value moves.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Cardano Risk Analyst  /  x402  /  Sokosumi  /  Masumi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F242E"/>
                </a:solidFill>
                <a:latin typeface="Space Grotesk"/>
              </a:defRPr>
            </a:pPr>
            <a:r>
              <a:t>Why Cardano and Masumi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822960" cy="64008"/>
          </a:xfrm>
          <a:prstGeom prst="rect">
            <a:avLst/>
          </a:prstGeom>
          <a:solidFill>
            <a:srgbClr val="46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44200" y="635508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11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212080" cy="2926080"/>
          </a:xfrm>
          <a:prstGeom prst="rect">
            <a:avLst/>
          </a:prstGeom>
          <a:solidFill>
            <a:srgbClr val="F8F9FB"/>
          </a:solidFill>
          <a:ln w="15240">
            <a:solidFill>
              <a:srgbClr val="467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4678E8"/>
                </a:solidFill>
                <a:latin typeface="Space Grotesk"/>
              </a:defRPr>
            </a:pPr>
            <a:r>
              <a:t>Cardano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Native assets carry minting policy evidence.</a:t>
            </a:r>
            <a:br/>
            <a:r>
              <a:t>Plutus scripts expose protocol surfaces.</a:t>
            </a:r>
            <a:br/>
            <a:r>
              <a:t>Koios and protocol APIs give the report its sources.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303520" cy="2926080"/>
          </a:xfrm>
          <a:prstGeom prst="rect">
            <a:avLst/>
          </a:prstGeom>
          <a:solidFill>
            <a:srgbClr val="F8F9FB"/>
          </a:solidFill>
          <a:ln w="15240">
            <a:solidFill>
              <a:srgbClr val="C9D1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242E"/>
                </a:solidFill>
                <a:latin typeface="Space Grotesk"/>
              </a:defRPr>
            </a:pPr>
            <a:r>
              <a:t>Masumi</a:t>
            </a:r>
          </a:p>
          <a:p>
            <a:pPr>
              <a:defRPr sz="1300">
                <a:solidFill>
                  <a:srgbClr val="1F242E"/>
                </a:solidFill>
                <a:latin typeface="Arial"/>
              </a:defRPr>
            </a:pPr>
            <a:r>
              <a:t>Sokosumi makes the Coworker discoverable.</a:t>
            </a:r>
            <a:br/>
            <a:r>
              <a:t>Tasks make the read accountable.</a:t>
            </a:r>
            <a:br/>
            <a:r>
              <a:t>Escrow turns the evidence into paid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578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42E"/>
                </a:solidFill>
                <a:latin typeface="Arial"/>
              </a:defRPr>
            </a:pPr>
            <a:r>
              <a:t>Agents do not need to understand Cardano before they spend. They can hire a Coworker that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472"/>
                </a:solidFill>
                <a:latin typeface="Courier New"/>
              </a:defRPr>
            </a:pPr>
            <a:r>
              <a:t>Cardano Risk Analyst  /  x402  /  Sokosumi  /  Masumi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