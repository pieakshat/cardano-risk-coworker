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3252F"/>
                </a:solidFill>
                <a:latin typeface="Trebuchet MS"/>
              </a:defRPr>
            </a:pPr>
            <a:r>
              <a:t>Before you swap into a Cardano token,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0786B"/>
                </a:solidFill>
                <a:latin typeface="Trebuchet MS"/>
              </a:defRPr>
            </a:pPr>
            <a:r>
              <a:t>hire an analyst that reads the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65760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3252F"/>
                </a:solidFill>
                <a:latin typeface="Aptos"/>
              </a:defRPr>
            </a:pPr>
            <a:r>
              <a:t>A paid Coworker that turns policy, holders, liquidity, and activity into a cited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decision comes before the swap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Token names are easy to copy. Control and exit conditions are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Identity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Registry name, ticker, decimals, URL, policy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Control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Mint policy type, timelock, signers, mint status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Exit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Holder concentration, DEX liquidity, recent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One deterministic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The language model writes the memo. Fixed rules decide the verdict.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01  Resolve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ticker, fingerprint, or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02  Gather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Koios, Minswap, 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03  Score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high, medium, low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04  Explain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facts with source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What the chain contributes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4/8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Koios mainnet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asset facts, policy script, holder addresses, 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24328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Minswap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pool pairs and ADA TVL for practical exit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48456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Cardano token registry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identity metadata and registry presence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72584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Masumi MPS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Task lifecycle and preprod escrow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Verdicts answer a narrow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5/8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LOW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No high finding and fewer than two medium findings. Read the memo before 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MEDIUM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At least two medium findings. Investigate concentration, liquidity, age, or registry identity.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HIGH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 high finding is present, such as open minting, concentrated ownership, or recent minting.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Every finding carries an exact value and the source call that produced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buyer sees evidence, not a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A memo stays useful when the numbers can be traced back to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Memo sections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Verdict</a:t>
            </a:r>
            <a:br/>
            <a:r>
              <a:t>What this token is</a:t>
            </a:r>
            <a:br/>
            <a:r>
              <a:t>Who controls minting</a:t>
            </a:r>
            <a:br/>
            <a:r>
              <a:t>Who holds it</a:t>
            </a:r>
            <a:br/>
            <a:r>
              <a:t>Can you exit</a:t>
            </a:r>
            <a:br/>
            <a:r>
              <a:t>Red flags</a:t>
            </a:r>
            <a:br/>
            <a: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31720"/>
            <a:ext cx="53035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Report shape</a:t>
            </a:r>
          </a:p>
          <a:p>
            <a:pPr>
              <a:defRPr sz="1400">
                <a:solidFill>
                  <a:srgbClr val="13252F"/>
                </a:solidFill>
                <a:latin typeface="Courier New"/>
              </a:defRPr>
            </a:pPr>
            <a:r>
              <a:t>unit + policy + supply</a:t>
            </a:r>
            <a:br/>
            <a:r>
              <a:t>holders + liquidity + activity</a:t>
            </a:r>
            <a:br/>
            <a:r>
              <a:t>findings[] + verdict</a:t>
            </a:r>
            <a:br/>
            <a:r>
              <a:t>sources[]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Hire it where the work gets paid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3252F"/>
                </a:solidFill>
                <a:latin typeface="Aptos"/>
              </a:defRPr>
            </a:pPr>
            <a:r>
              <a:t>Sokosumi discovery starts the Task. Masumi escrow releases payment to the seller wallet after completion.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Choose Cardano Risk Analyst</a:t>
            </a:r>
            <a:br/>
            <a:r>
              <a:t>Coworker: 01a11080-a6c3-7686-abf4-b0d1594cb82b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Run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Submit a token string as the Task 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Settle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Receive memo + JSON and a preprod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proof and next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3252F"/>
                </a:solidFill>
                <a:latin typeface="Aptos"/>
              </a:defRPr>
            </a:pPr>
            <a:r>
              <a:t>Run the CLI, open the report, or hire either Coworker.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212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Try a token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bun engine/cli.ts MIN</a:t>
            </a:r>
            <a:br/>
            <a:r>
              <a:t>bun engine/cli.ts SNEK</a:t>
            </a:r>
            <a:br/>
            <a:br/>
            <a:r>
              <a:t>Each command prints the JSON report used by the memo.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Security gate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Aiken Security Reviewer</a:t>
            </a:r>
            <a:br/>
            <a:r>
              <a:t>agent-to-agent Masumi hire</a:t>
            </a:r>
            <a:br/>
            <a:r>
              <a:t>live scan produces candidates</a:t>
            </a:r>
            <a:br/>
            <a:r>
              <a:t>exploit test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verdicts and holder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9/8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MIN · HIGH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Native mint policy</a:t>
            </a:r>
            <a:br/>
            <a:r>
              <a:t>1 required signer</a:t>
            </a:r>
            <a:br/>
            <a:r>
              <a:t>No time lock</a:t>
            </a:r>
            <a:br/>
            <a:r>
              <a:t>Blockfrost top-100 sample flagged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SNEK · LOW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Timelocked native policy</a:t>
            </a:r>
            <a:br/>
            <a:r>
              <a:t>Largest 88 holder addresses sampled</a:t>
            </a:r>
            <a:br/>
            <a:r>
              <a:t>Top 1: 2.39%</a:t>
            </a:r>
            <a:br/>
            <a:r>
              <a:t>Top 10: 6.57%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Live scanner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Aiken source</a:t>
            </a:r>
            <a:br/>
            <a:r>
              <a:t>Candidates and attack tests</a:t>
            </a:r>
            <a:br/>
            <a:r>
              <a:t>Passing exploit tests only</a:t>
            </a:r>
            <a:br/>
            <a:r>
              <a:t>Rule + file + line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The Risk Analyst hires the Aiken Security Reviewer through Masumi escrow when a public script needs an exploit-gated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