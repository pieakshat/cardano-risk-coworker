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3252F"/>
                </a:solidFill>
                <a:latin typeface="Trebuchet MS"/>
              </a:defRPr>
            </a:pPr>
            <a:r>
              <a:t>Before you swap into a Cardano token,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786B"/>
                </a:solidFill>
                <a:latin typeface="Trebuchet MS"/>
              </a:defRPr>
            </a:pPr>
            <a:r>
              <a:t>hire an analyst that reads the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3252F"/>
                </a:solidFill>
                <a:latin typeface="Aptos"/>
              </a:defRPr>
            </a:pPr>
            <a:r>
              <a:t>A paid Coworker that turns policy, holders, liquidity, and activity into a cited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B6B73"/>
                </a:solidFill>
                <a:latin typeface="Aptos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3252F"/>
                </a:solidFill>
                <a:latin typeface="Trebuchet MS"/>
              </a:defRPr>
            </a:pPr>
            <a:r>
              <a:t>The decision comes before the swap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B6B73"/>
                </a:solidFill>
                <a:latin typeface="Apto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3252F"/>
                </a:solidFill>
                <a:latin typeface="Aptos"/>
              </a:defRPr>
            </a:pPr>
            <a:r>
              <a:t>Token names are easy to copy. Control and exit conditions are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6B"/>
                </a:solidFill>
                <a:latin typeface="Trebuchet MS"/>
              </a:defRPr>
            </a:pPr>
            <a:r>
              <a:t>Identity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Registry name, ticker, decimals, URL, policy unit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23160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Control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Mint policy type, timelock, signers, mint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423160"/>
            <a:ext cx="34290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Exit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Holder concentration, DEX liquidity, recent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73"/>
                </a:solidFill>
                <a:latin typeface="Aptos"/>
              </a:defRPr>
            </a:pPr>
            <a:r>
              <a:t>Cardano Risk Analyst | Sokosumi + Masumi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3252F"/>
                </a:solidFill>
                <a:latin typeface="Trebuchet MS"/>
              </a:defRPr>
            </a:pPr>
            <a:r>
              <a:t>One deterministic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B6B73"/>
                </a:solidFill>
                <a:latin typeface="Apto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3252F"/>
                </a:solidFill>
                <a:latin typeface="Aptos"/>
              </a:defRPr>
            </a:pPr>
            <a:r>
              <a:t>The language model writes the memo. Fixed rules decide the verdict.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01  Resolve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ticker, fingerprint, or unit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46888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02  Gather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Koios, Minswap, registry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03  Score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high, medium, low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46888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6B"/>
                </a:solidFill>
                <a:latin typeface="Trebuchet MS"/>
              </a:defRPr>
            </a:pPr>
            <a:r>
              <a:t>04  Explain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facts with source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73"/>
                </a:solidFill>
                <a:latin typeface="Aptos"/>
              </a:defRPr>
            </a:pPr>
            <a:r>
              <a:t>Cardano Risk Analyst | Sokosumi + Masumi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3252F"/>
                </a:solidFill>
                <a:latin typeface="Trebuchet MS"/>
              </a:defRPr>
            </a:pPr>
            <a:r>
              <a:t>What the chain contributes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B6B73"/>
                </a:solidFill>
                <a:latin typeface="Aptos"/>
              </a:defRPr>
            </a:pPr>
            <a:r>
              <a:t>4/8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Koios mainnet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asset facts, policy script, holder addresses,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24328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Minswap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pool pairs and ADA TVL for practical exit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48456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Cardano token registry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identity metadata and registry presence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72584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6B"/>
                </a:solidFill>
                <a:latin typeface="Trebuchet MS"/>
              </a:defRPr>
            </a:pPr>
            <a:r>
              <a:t>Masumi MPS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Task lifecycle and preprod escrow settlement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73"/>
                </a:solidFill>
                <a:latin typeface="Aptos"/>
              </a:defRPr>
            </a:pPr>
            <a:r>
              <a:t>Cardano Risk Analyst | Sokosumi + Masumi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3252F"/>
                </a:solidFill>
                <a:latin typeface="Trebuchet MS"/>
              </a:defRPr>
            </a:pPr>
            <a:r>
              <a:t>Verdicts answer a narrow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B6B73"/>
                </a:solidFill>
                <a:latin typeface="Aptos"/>
              </a:defRPr>
            </a:pPr>
            <a:r>
              <a:t>5/8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6B"/>
                </a:solidFill>
                <a:latin typeface="Trebuchet MS"/>
              </a:defRPr>
            </a:pPr>
            <a:r>
              <a:t>LOW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No high finding and fewer than two medium findings. Read the memo before acting.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MEDIUM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At least two medium findings. Investigate concentration, liquidity, age, or registry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9164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HIGH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A high finding is present, such as open minting, concentrated ownership, or recent minting.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3252F"/>
                </a:solidFill>
                <a:latin typeface="Aptos"/>
              </a:defRPr>
            </a:pPr>
            <a:r>
              <a:t>Every finding carries an exact value and the source call that produced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73"/>
                </a:solidFill>
                <a:latin typeface="Aptos"/>
              </a:defRPr>
            </a:pPr>
            <a:r>
              <a:t>Cardano Risk Analyst | Sokosumi + Masumi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3252F"/>
                </a:solidFill>
                <a:latin typeface="Trebuchet MS"/>
              </a:defRPr>
            </a:pPr>
            <a:r>
              <a:t>The buyer sees evidence, not a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B6B73"/>
                </a:solidFill>
                <a:latin typeface="Apto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3252F"/>
                </a:solidFill>
                <a:latin typeface="Aptos"/>
              </a:defRPr>
            </a:pPr>
            <a:r>
              <a:t>A memo stays useful when the numbers can be traced back to the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21208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6B"/>
                </a:solidFill>
                <a:latin typeface="Trebuchet MS"/>
              </a:defRPr>
            </a:pPr>
            <a:r>
              <a:t>Memo sections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Verdict</a:t>
            </a:r>
            <a:br/>
            <a:r>
              <a:t>What this token is</a:t>
            </a:r>
            <a:br/>
            <a:r>
              <a:t>Who controls minting</a:t>
            </a:r>
            <a:br/>
            <a:r>
              <a:t>Who holds it</a:t>
            </a:r>
            <a:br/>
            <a:r>
              <a:t>Can you exit</a:t>
            </a:r>
            <a:br/>
            <a:r>
              <a:t>Red flags</a:t>
            </a:r>
            <a:br/>
            <a:r>
              <a:t>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31720"/>
            <a:ext cx="53035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Report shape</a:t>
            </a:r>
          </a:p>
          <a:p>
            <a:pPr>
              <a:defRPr sz="1400">
                <a:solidFill>
                  <a:srgbClr val="13252F"/>
                </a:solidFill>
                <a:latin typeface="Courier New"/>
              </a:defRPr>
            </a:pPr>
            <a:r>
              <a:t>unit + policy + supply</a:t>
            </a:r>
            <a:br/>
            <a:r>
              <a:t>holders + liquidity + activity</a:t>
            </a:r>
            <a:br/>
            <a:r>
              <a:t>findings[] + verdict</a:t>
            </a:r>
            <a:br/>
            <a:r>
              <a:t>sources[]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73"/>
                </a:solidFill>
                <a:latin typeface="Aptos"/>
              </a:defRPr>
            </a:pPr>
            <a:r>
              <a:t>Cardano Risk Analyst | Sokosumi + Masumi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3252F"/>
                </a:solidFill>
                <a:latin typeface="Trebuchet MS"/>
              </a:defRPr>
            </a:pPr>
            <a:r>
              <a:t>Hire it where the work gets paid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B6B73"/>
                </a:solidFill>
                <a:latin typeface="Apto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3252F"/>
                </a:solidFill>
                <a:latin typeface="Aptos"/>
              </a:defRPr>
            </a:pPr>
            <a:r>
              <a:t>Sokosumi discovery starts the Task. Masumi escrow releases payment to the seller wallet after completion.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Hire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Choose Cardano Risk Analyst</a:t>
            </a:r>
            <a:br/>
            <a:r>
              <a:t>Coworker: 01a11080-a6c3-7686-abf4-b0d1594cb82b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56032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Run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Submit a token string as the Task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256032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6B"/>
                </a:solidFill>
                <a:latin typeface="Trebuchet MS"/>
              </a:defRPr>
            </a:pPr>
            <a:r>
              <a:t>Settle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Receive memo + JSON and a preprod payout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73"/>
                </a:solidFill>
                <a:latin typeface="Aptos"/>
              </a:defRPr>
            </a:pPr>
            <a:r>
              <a:t>Cardano Risk Analyst | Sokosumi + Masumi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3252F"/>
                </a:solidFill>
                <a:latin typeface="Trebuchet MS"/>
              </a:defRPr>
            </a:pPr>
            <a:r>
              <a:t>Live proof and next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B6B73"/>
                </a:solidFill>
                <a:latin typeface="Apto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3252F"/>
                </a:solidFill>
                <a:latin typeface="Aptos"/>
              </a:defRPr>
            </a:pPr>
            <a:r>
              <a:t>Run the CLI, open the report, or hire either Coworker.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2120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6B"/>
                </a:solidFill>
                <a:latin typeface="Trebuchet MS"/>
              </a:defRPr>
            </a:pPr>
            <a:r>
              <a:t>Try a token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bun engine/cli.ts MIN</a:t>
            </a:r>
            <a:br/>
            <a:r>
              <a:t>bun engine/cli.ts SNEK</a:t>
            </a:r>
            <a:br/>
            <a:br/>
            <a:r>
              <a:t>Each command prints the JSON report used by the memo.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68880"/>
            <a:ext cx="53035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Security gate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Aiken Security Reviewer</a:t>
            </a:r>
            <a:br/>
            <a:r>
              <a:t>agent-to-agent Masumi hire</a:t>
            </a:r>
            <a:br/>
            <a:r>
              <a:t>live scan produces candidates</a:t>
            </a:r>
            <a:br/>
            <a:r>
              <a:t>exploit test must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73"/>
                </a:solidFill>
                <a:latin typeface="Aptos"/>
              </a:defRPr>
            </a:pPr>
            <a:r>
              <a:t>Cardano Risk Analyst | Sokosumi + Masumi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3252F"/>
                </a:solidFill>
                <a:latin typeface="Trebuchet MS"/>
              </a:defRPr>
            </a:pPr>
            <a:r>
              <a:t>Live verdicts and holder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00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B6B73"/>
                </a:solidFill>
                <a:latin typeface="Aptos"/>
              </a:defRPr>
            </a:pPr>
            <a:r>
              <a:t>9/8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4290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6B"/>
                </a:solidFill>
                <a:latin typeface="Trebuchet MS"/>
              </a:defRPr>
            </a:pPr>
            <a:r>
              <a:t>MIN · HIGH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Native mint policy</a:t>
            </a:r>
            <a:br/>
            <a:r>
              <a:t>1 required signer</a:t>
            </a:r>
            <a:br/>
            <a:r>
              <a:t>No time lock</a:t>
            </a:r>
            <a:br/>
            <a:r>
              <a:t>Blockfrost top-100 sample flagged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SNEK · LOW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Timelocked native policy</a:t>
            </a:r>
            <a:br/>
            <a:r>
              <a:t>Largest 88 holder addresses sampled</a:t>
            </a:r>
            <a:br/>
            <a:r>
              <a:t>Top 1: 2.39%</a:t>
            </a:r>
            <a:br/>
            <a:r>
              <a:t>Top 10: 6.57%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4290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3252F"/>
                </a:solidFill>
                <a:latin typeface="Trebuchet MS"/>
              </a:defRPr>
            </a:pPr>
            <a:r>
              <a:t>Live scanner</a:t>
            </a:r>
          </a:p>
          <a:p>
            <a:pPr>
              <a:defRPr sz="1400">
                <a:solidFill>
                  <a:srgbClr val="13252F"/>
                </a:solidFill>
                <a:latin typeface="Aptos"/>
              </a:defRPr>
            </a:pPr>
            <a:r>
              <a:t>Aiken source</a:t>
            </a:r>
            <a:br/>
            <a:r>
              <a:t>Candidates and attack tests</a:t>
            </a:r>
            <a:br/>
            <a:r>
              <a:t>Passing exploit tests only</a:t>
            </a:r>
            <a:br/>
            <a:r>
              <a:t>Rule + file + line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3252F"/>
                </a:solidFill>
                <a:latin typeface="Aptos"/>
              </a:defRPr>
            </a:pPr>
            <a:r>
              <a:t>The Risk Analyst hires the Aiken Security Reviewer through Masumi escrow when a public script needs an exploit-gated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73"/>
                </a:solidFill>
                <a:latin typeface="Aptos"/>
              </a:defRPr>
            </a:pPr>
            <a:r>
              <a:t>Cardano Risk Analyst | Sokosumi + Masumi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